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3.svg" ContentType="image/sv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7" r:id="rId11"/>
    <p:sldMasterId id="2147483658" r:id="rId12"/>
    <p:sldMasterId id="2147483659" r:id="rId13"/>
    <p:sldMasterId id="2147483660" r:id="rId14"/>
    <p:sldMasterId id="2147483661" r:id="rId15"/>
    <p:sldMasterId id="2147483662" r:id="rId16"/>
    <p:sldMasterId id="2147483663" r:id="rId17"/>
    <p:sldMasterId id="2147483666" r:id="rId18"/>
    <p:sldMasterId id="2147483667" r:id="rId19"/>
    <p:sldMasterId id="2147483668" r:id="rId20"/>
    <p:sldMasterId id="2147483669" r:id="rId21"/>
  </p:sldMasterIdLst>
  <p:notesMasterIdLst>
    <p:notesMasterId r:id="rId22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3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3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sldNum" idx="3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AC83CD2-257E-4C58-9E30-5DB8425CBAA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30F45E-0970-4821-936F-A3BA26F7EB57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65BBF4-B8E9-493A-86B3-7FF4FC203408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FE6F68-D65C-4178-BC62-CD01845689A9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0C10A7-BB60-4CEF-9E95-5380EFBD3B9C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E4E208-09DF-453D-9549-4C8B4D79052C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EBD9D-3EAD-4152-9B8E-404BD2EB5E0B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EF86A0-5B1C-49D4-92C4-295B6B7710E9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7AB689-D1A1-429E-AF5F-9BD173F1E984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07F69F-46E8-48B2-ACC7-3B5B28C059F9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972B94-A2D0-4C37-8E46-595B3645FEC1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AC6C29-E4A7-42AF-9ED9-AB18D527ED48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89F260-0A31-4B91-A086-501ECDFD161F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3B279D-950D-495E-B101-A4D4675DC9FD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0431EB-2963-47D7-A616-1275B0E68574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4BD2DC-3AA6-4E63-B390-FEFF5F884ECF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68467A-41AF-4B36-AFAA-CFBA38C975F8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DB5EE2-1A4E-4C74-905D-A9007A132CA6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723170-B59C-4585-BF9D-0B359773CFAD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C165CF-CD26-43A3-8156-342B56865D81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7313F8-FE1F-4870-AB30-A0051A81FFC0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8EB8A6-8DFB-4162-A207-CAB63F37D34E}" type="slidenum">
              <a:rPr b="0" lang="en-GB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F48D082-A0BE-403F-8CA7-826C6927AF1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431640" y="959760"/>
            <a:ext cx="689544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9984717-9266-48F1-BBC2-B0007F42FD7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" name="Rectangle 9" hidden="1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" name="Rectangle 10" hidden="1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3" name="Rectangle 8" hidden="1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4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9980640" y="0"/>
            <a:ext cx="221112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200" spc="-1" strike="noStrike">
                <a:solidFill>
                  <a:schemeClr val="dk1"/>
                </a:solidFill>
                <a:latin typeface="Times New Roman"/>
              </a:rPr>
              <a:t>Insert or Drag &amp; Drop your photo</a:t>
            </a:r>
            <a:endParaRPr b="0" lang="en-GB" sz="1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86920" y="4346280"/>
            <a:ext cx="6797880" cy="16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 defTabSz="914400">
              <a:lnSpc>
                <a:spcPts val="5000"/>
              </a:lnSpc>
              <a:buNone/>
            </a:pPr>
            <a:r>
              <a:rPr b="1" lang="en-GB" sz="6000" spc="-301" strike="noStrike" cap="all">
                <a:solidFill>
                  <a:schemeClr val="dk1"/>
                </a:solidFill>
                <a:latin typeface="Arial"/>
              </a:rPr>
              <a:t>PRESENTATION TITLE</a:t>
            </a:r>
            <a:endParaRPr b="0" lang="en-GB" sz="60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94280"/>
            <a:ext cx="998028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98028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9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1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4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31640" y="1008000"/>
            <a:ext cx="9197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32000" y="1512000"/>
            <a:ext cx="2915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573000" y="1511640"/>
            <a:ext cx="2915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713640" y="1511640"/>
            <a:ext cx="2915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ftr" idx="1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sldNum" idx="2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8B6777-5347-4769-BFD1-644F24A12169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3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4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5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26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31640" y="1008000"/>
            <a:ext cx="9197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2000" y="1512000"/>
            <a:ext cx="1763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2290320" y="1512000"/>
            <a:ext cx="1763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149000" y="1512000"/>
            <a:ext cx="1763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6007320" y="1507680"/>
            <a:ext cx="1763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7865640" y="1507680"/>
            <a:ext cx="1763640" cy="46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ftr" idx="3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sldNum" idx="4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D88D0C-078B-4591-9025-CCD6855451C5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37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38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39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40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31640" y="1008000"/>
            <a:ext cx="9197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5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3E0F8D-5173-4A87-8810-5F0D7269FD8B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46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47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48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49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"/>
          <p:cNvSpPr/>
          <p:nvPr/>
        </p:nvSpPr>
        <p:spPr>
          <a:xfrm>
            <a:off x="6297120" y="424080"/>
            <a:ext cx="5504760" cy="573120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ftr" idx="7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8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CFD28B-3F85-4CA7-B8CA-A679C6C610AE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title"/>
          </p:nvPr>
        </p:nvSpPr>
        <p:spPr>
          <a:xfrm>
            <a:off x="6532920" y="993240"/>
            <a:ext cx="5053680" cy="251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5400" spc="-151" strike="noStrike">
                <a:solidFill>
                  <a:schemeClr val="lt1"/>
                </a:solidFill>
                <a:latin typeface="Arial"/>
              </a:rPr>
              <a:t>Click To Edit Master Title Style</a:t>
            </a:r>
            <a:endParaRPr b="0" lang="en-GB" sz="5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55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56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57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58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9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0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AFD9E99-CA94-47F8-97FE-8E42170CBA4B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32000" y="1046520"/>
            <a:ext cx="9197640" cy="513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64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65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66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67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11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12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EBCBE4E-F529-4CB0-96EB-6668EC1C9109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32000" y="1046520"/>
            <a:ext cx="4435560" cy="513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5194080" y="1046520"/>
            <a:ext cx="4435560" cy="513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74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75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76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77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13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14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4A0C5A-7E54-416C-B607-D851E1F18AC6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432000" y="1068480"/>
            <a:ext cx="4434480" cy="82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pc="-1" strike="noStrike">
                <a:solidFill>
                  <a:schemeClr val="lt1"/>
                </a:solidFill>
                <a:latin typeface="Times New Roman"/>
              </a:rPr>
              <a:t>Edit Master text styles</a:t>
            </a:r>
            <a:endParaRPr b="0" lang="en-GB" sz="2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5195160" y="1068480"/>
            <a:ext cx="4434480" cy="82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lt1"/>
                </a:solidFill>
                <a:latin typeface="Times New Roman"/>
              </a:rPr>
              <a:t>Edit Master text styles</a:t>
            </a:r>
            <a:endParaRPr b="0" lang="en-GB" sz="2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432000" y="2096640"/>
            <a:ext cx="4434480" cy="40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5195160" y="2096640"/>
            <a:ext cx="4434480" cy="40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86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87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88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89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ftr" idx="15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16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C62A7C-7986-4BB9-A5C5-44B5E8BA0CF3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432000" y="457200"/>
            <a:ext cx="315936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800" spc="-151" strike="noStrike" cap="all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GB" sz="2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32000" y="2057400"/>
            <a:ext cx="3159360" cy="412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3770640" y="457200"/>
            <a:ext cx="6023520" cy="572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20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96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97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98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99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ftr" idx="17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18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72493A7-E2A1-4C58-BE89-4F7FEF27EF9F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title"/>
          </p:nvPr>
        </p:nvSpPr>
        <p:spPr>
          <a:xfrm>
            <a:off x="432000" y="457200"/>
            <a:ext cx="315936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800" spc="-151" strike="noStrike" cap="all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GB" sz="2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32000" y="2057400"/>
            <a:ext cx="3159360" cy="412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3787920" y="457200"/>
            <a:ext cx="5949360" cy="572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Click icon to add picture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06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07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08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09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9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20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AD7B68-E7EC-4BDE-BF03-9CAFACDD01ED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14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15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16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17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18" name="Rectangle 11"/>
          <p:cNvSpPr/>
          <p:nvPr/>
        </p:nvSpPr>
        <p:spPr>
          <a:xfrm>
            <a:off x="69120" y="66960"/>
            <a:ext cx="9910800" cy="67269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86920" y="4346280"/>
            <a:ext cx="6797880" cy="16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 defTabSz="914400">
              <a:lnSpc>
                <a:spcPts val="5000"/>
              </a:lnSpc>
              <a:buNone/>
            </a:pPr>
            <a:r>
              <a:rPr b="1" lang="en-GB" sz="6000" spc="-301" strike="noStrike" cap="all">
                <a:solidFill>
                  <a:schemeClr val="lt1"/>
                </a:solidFill>
                <a:latin typeface="Arial"/>
              </a:rPr>
              <a:t>PRESENTATION TITLE</a:t>
            </a:r>
            <a:endParaRPr b="0" lang="en-GB" sz="60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20" name="Rectangle 6"/>
          <p:cNvSpPr/>
          <p:nvPr/>
        </p:nvSpPr>
        <p:spPr>
          <a:xfrm>
            <a:off x="0" y="6794280"/>
            <a:ext cx="9980280" cy="633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0" y="0"/>
            <a:ext cx="9980280" cy="633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2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21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1FE991-0213-46B5-94D7-252B688B93B0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5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6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27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28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ftr" idx="22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1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2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3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34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body"/>
          </p:nvPr>
        </p:nvSpPr>
        <p:spPr>
          <a:xfrm>
            <a:off x="69120" y="63720"/>
            <a:ext cx="9910800" cy="6726960"/>
          </a:xfrm>
          <a:prstGeom prst="rect">
            <a:avLst/>
          </a:prstGeom>
          <a:solidFill>
            <a:schemeClr val="dk1">
              <a:lumMod val="75000"/>
              <a:lumOff val="2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200" spc="-1" strike="noStrike">
                <a:solidFill>
                  <a:schemeClr val="lt1"/>
                </a:solidFill>
                <a:latin typeface="Times New Roman"/>
              </a:rPr>
              <a:t>Insert or Drag &amp; Drop your photo</a:t>
            </a:r>
            <a:endParaRPr b="0" lang="en-GB" sz="1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286920" y="4346280"/>
            <a:ext cx="6797880" cy="16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 defTabSz="914400">
              <a:lnSpc>
                <a:spcPts val="5000"/>
              </a:lnSpc>
              <a:buNone/>
            </a:pPr>
            <a:r>
              <a:rPr b="1" lang="en-GB" sz="6000" spc="-301" strike="noStrike" cap="all">
                <a:solidFill>
                  <a:schemeClr val="lt1"/>
                </a:solidFill>
                <a:latin typeface="Arial"/>
              </a:rPr>
              <a:t>PRESENTATION TITLE</a:t>
            </a:r>
            <a:endParaRPr b="0" lang="en-GB" sz="60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0" y="6794280"/>
            <a:ext cx="9980280" cy="633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8" name="Rectangle 7"/>
          <p:cNvSpPr/>
          <p:nvPr/>
        </p:nvSpPr>
        <p:spPr>
          <a:xfrm>
            <a:off x="0" y="0"/>
            <a:ext cx="9980280" cy="633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39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23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BCECF9B-06DB-4793-960C-11880750BC47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42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43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44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45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body"/>
          </p:nvPr>
        </p:nvSpPr>
        <p:spPr>
          <a:xfrm>
            <a:off x="9980640" y="0"/>
            <a:ext cx="2211120" cy="6191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200" spc="-1" strike="noStrike">
                <a:solidFill>
                  <a:schemeClr val="dk1"/>
                </a:solidFill>
                <a:latin typeface="Times New Roman"/>
              </a:rPr>
              <a:t>Insert or Drag &amp; Drop your photo</a:t>
            </a:r>
            <a:endParaRPr b="0" lang="en-GB" sz="1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title"/>
          </p:nvPr>
        </p:nvSpPr>
        <p:spPr>
          <a:xfrm>
            <a:off x="4444920" y="1807920"/>
            <a:ext cx="518472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444920" y="2383920"/>
            <a:ext cx="518472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444920" y="2908440"/>
            <a:ext cx="5184360" cy="328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180000" rIns="252000" tIns="25200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24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25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5BD350F-BCDB-4375-B66B-F9F3B0F60A5E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53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54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55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ftr" idx="26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27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D3E2AD-C1A0-4ABC-9BEB-E8C53085E1A2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pc="-151" strike="noStrike" cap="all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31640" y="1008000"/>
            <a:ext cx="68954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600480" y="5943600"/>
            <a:ext cx="2438640" cy="609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4"/>
    <p:sldLayoutId id="2147483665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64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65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66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67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31640" y="1008000"/>
            <a:ext cx="9197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32000" y="1432440"/>
            <a:ext cx="4499640" cy="526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180000" rIns="0" tIns="3600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51" strike="noStrike">
                <a:solidFill>
                  <a:schemeClr val="lt1"/>
                </a:solidFill>
                <a:latin typeface="Arial"/>
              </a:rPr>
              <a:t>Edit Master text styles</a:t>
            </a:r>
            <a:endParaRPr b="0" lang="en-GB" sz="2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432000" y="2023560"/>
            <a:ext cx="4499640" cy="41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5129640" y="1433160"/>
            <a:ext cx="4499640" cy="524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180000" rIns="0" tIns="3600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pc="-151" strike="noStrike">
                <a:solidFill>
                  <a:schemeClr val="lt1"/>
                </a:solidFill>
                <a:latin typeface="Arial"/>
              </a:rPr>
              <a:t>Edit Master text styles</a:t>
            </a:r>
            <a:endParaRPr b="0" lang="en-GB" sz="2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5129640" y="2020320"/>
            <a:ext cx="4499640" cy="417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ftr" idx="28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76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77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78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79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6299280" y="432000"/>
            <a:ext cx="5471640" cy="5758920"/>
          </a:xfrm>
          <a:prstGeom prst="rect">
            <a:avLst/>
          </a:prstGeom>
          <a:solidFill>
            <a:schemeClr val="dk1">
              <a:lumMod val="75000"/>
              <a:lumOff val="2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200" spc="-1" strike="noStrike">
                <a:solidFill>
                  <a:schemeClr val="lt1"/>
                </a:solidFill>
                <a:latin typeface="Times New Roman"/>
              </a:rPr>
              <a:t>Insert or Drag &amp; Drop your photo</a:t>
            </a:r>
            <a:endParaRPr b="0" lang="en-GB" sz="1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3875400" y="5096520"/>
            <a:ext cx="2028240" cy="109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Enter your caption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ftr" idx="29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pc="-151" strike="noStrike" cap="all">
                <a:solidFill>
                  <a:schemeClr val="dk1"/>
                </a:solidFill>
                <a:latin typeface="Arial"/>
              </a:rPr>
              <a:t>Click to edit Master title style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7" hidden="1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85" name="Rectangle 9" hidden="1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86" name="Rectangle 10" hidden="1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87" name="Rectangle 8" hidden="1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188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174400" y="2112840"/>
            <a:ext cx="6797880" cy="16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GB" sz="6000" spc="-301" strike="noStrike" cap="all">
                <a:solidFill>
                  <a:schemeClr val="dk1"/>
                </a:solidFill>
                <a:latin typeface="Arial"/>
              </a:rPr>
              <a:t>Thank you</a:t>
            </a:r>
            <a:endParaRPr b="0" lang="en-GB" sz="60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0" y="6794280"/>
            <a:ext cx="998028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0" y="0"/>
            <a:ext cx="998028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92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2174400" y="4035600"/>
            <a:ext cx="3329640" cy="38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algn="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pc="-1" strike="noStrike">
                <a:solidFill>
                  <a:schemeClr val="dk1"/>
                </a:solidFill>
                <a:latin typeface="Times New Roman"/>
              </a:rPr>
              <a:t>Full Name</a:t>
            </a:r>
            <a:endParaRPr b="0" lang="en-GB" sz="2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062400" y="4150080"/>
            <a:ext cx="290988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400" spc="-1" strike="noStrike">
                <a:solidFill>
                  <a:schemeClr val="dk1"/>
                </a:solidFill>
                <a:latin typeface="Times New Roman"/>
              </a:rPr>
              <a:t>Phone Number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6062400" y="4540680"/>
            <a:ext cx="290988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400" spc="-1" strike="noStrike">
                <a:solidFill>
                  <a:schemeClr val="dk1"/>
                </a:solidFill>
                <a:latin typeface="Times New Roman"/>
              </a:rPr>
              <a:t>Email or Social Media Handle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6062400" y="4931280"/>
            <a:ext cx="2909880" cy="23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GB" sz="1400" spc="-1" strike="noStrike">
                <a:solidFill>
                  <a:schemeClr val="dk1"/>
                </a:solidFill>
                <a:latin typeface="Times New Roman"/>
              </a:rPr>
              <a:t>Company Website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7"/>
          <p:cNvSpPr/>
          <p:nvPr/>
        </p:nvSpPr>
        <p:spPr>
          <a:xfrm>
            <a:off x="0" y="6797520"/>
            <a:ext cx="12190680" cy="6012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480" bIns="1548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98" name="Rectangle 9"/>
          <p:cNvSpPr/>
          <p:nvPr/>
        </p:nvSpPr>
        <p:spPr>
          <a:xfrm>
            <a:off x="0" y="0"/>
            <a:ext cx="12191760" cy="633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199" name="Rectangle 10"/>
          <p:cNvSpPr/>
          <p:nvPr/>
        </p:nvSpPr>
        <p:spPr>
          <a:xfrm rot="5400000">
            <a:off x="-3378240" y="341028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00" name="Rectangle 8"/>
          <p:cNvSpPr/>
          <p:nvPr/>
        </p:nvSpPr>
        <p:spPr>
          <a:xfrm rot="5400000">
            <a:off x="8743680" y="3394440"/>
            <a:ext cx="6825960" cy="68760"/>
          </a:xfrm>
          <a:prstGeom prst="rect">
            <a:avLst/>
          </a:prstGeom>
          <a:solidFill>
            <a:srgbClr val="0000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120" bIns="2412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pic>
        <p:nvPicPr>
          <p:cNvPr id="201" name="Picture 4" descr="Book tickets for PyCon Namibia 2025"/>
          <p:cNvPicPr/>
          <p:nvPr/>
        </p:nvPicPr>
        <p:blipFill>
          <a:blip r:embed="rId2"/>
          <a:srcRect l="33938" t="18405" r="26140" b="26165"/>
          <a:stretch/>
        </p:blipFill>
        <p:spPr>
          <a:xfrm>
            <a:off x="11043720" y="5334480"/>
            <a:ext cx="954360" cy="1325160"/>
          </a:xfrm>
          <a:prstGeom prst="rect">
            <a:avLst/>
          </a:prstGeom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97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Click to edit page title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431640" y="1008000"/>
            <a:ext cx="9197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en-GB" sz="1800" spc="-1" strike="noStrike">
                <a:solidFill>
                  <a:schemeClr val="dk1"/>
                </a:solidFill>
                <a:latin typeface="Times New Roman"/>
              </a:rPr>
              <a:t>Subtitle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432000" y="1512000"/>
            <a:ext cx="9197640" cy="46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Edit Master text styles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  <a:p>
            <a:pPr lvl="1" marL="542880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Second level</a:t>
            </a:r>
            <a:endParaRPr b="0" lang="en-GB" sz="1600" spc="-1" strike="noStrike">
              <a:solidFill>
                <a:schemeClr val="dk1"/>
              </a:solidFill>
              <a:latin typeface="Times New Roman"/>
            </a:endParaRPr>
          </a:p>
          <a:p>
            <a:pPr lvl="2" marL="80964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Third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3" marL="107640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Fourth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  <a:p>
            <a:pPr lvl="4" marL="1343160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Fifth level</a:t>
            </a:r>
            <a:endParaRPr b="0" lang="en-GB" sz="14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 idx="30"/>
          </p:nvPr>
        </p:nvSpPr>
        <p:spPr>
          <a:xfrm>
            <a:off x="432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imes New Roman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 idx="31"/>
          </p:nvPr>
        </p:nvSpPr>
        <p:spPr>
          <a:xfrm>
            <a:off x="11447640" y="6401880"/>
            <a:ext cx="27792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GB" sz="18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7D1536-85F7-4AB8-B354-D2EEAA94942A}" type="slidenum">
              <a:rPr b="0" lang="en-GB" sz="18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4" descr="A black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2656440" y="1866960"/>
            <a:ext cx="6211800" cy="1887840"/>
          </a:xfrm>
          <a:prstGeom prst="rect">
            <a:avLst/>
          </a:prstGeom>
          <a:ln w="0">
            <a:noFill/>
          </a:ln>
        </p:spPr>
      </p:pic>
      <p:sp>
        <p:nvSpPr>
          <p:cNvPr id="214" name="Title 19"/>
          <p:cNvSpPr/>
          <p:nvPr/>
        </p:nvSpPr>
        <p:spPr>
          <a:xfrm>
            <a:off x="0" y="1486080"/>
            <a:ext cx="12191760" cy="537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1800" spc="-151" strike="noStrike" cap="all">
                <a:solidFill>
                  <a:schemeClr val="dk1"/>
                </a:solidFill>
                <a:latin typeface="Arial"/>
              </a:rPr>
              <a:t>By: shaun de ponte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b="1" lang="en-GB" sz="1800" spc="-151" strike="noStrike" cap="all">
                <a:solidFill>
                  <a:schemeClr val="dk1"/>
                </a:solidFill>
                <a:latin typeface="Arial"/>
              </a:rPr>
              <a:t>AUGUST, 2025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About me 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2764440" y="2828880"/>
            <a:ext cx="66625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Software Engineer at BMW.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Co-Founder of Naughty Bean Coffee.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MSc in Business Analytics from Aston University.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I build things in my spare time.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Co-organiser for PyData Johannesburg.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What is a Tenant?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What is a tenant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1156320" y="2151720"/>
            <a:ext cx="9582840" cy="25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dk1"/>
                </a:solidFill>
                <a:latin typeface="Open Sans"/>
                <a:ea typeface="Open Sans"/>
              </a:rPr>
              <a:t>A Tenant is the customer or user of the application, operating within their own isolated portion or instance of the software.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Types of tenant structures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types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2859840" y="2828880"/>
            <a:ext cx="71892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Shared database with shared schema.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Shared database with isolated schema.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Isolated database with a shared app server.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DEMO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Using Django’s admin only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Jazzmin 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25" name="TextBox 12"/>
          <p:cNvSpPr/>
          <p:nvPr/>
        </p:nvSpPr>
        <p:spPr>
          <a:xfrm>
            <a:off x="373320" y="1026000"/>
            <a:ext cx="114454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Jazzmin, intended as a drop-in app to jazz up your Django Admin Site, with plenty of things you can easily customise, including a built-in UI customizer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3048120" y="2421000"/>
            <a:ext cx="609552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Drop-in admin skin, all configuration optional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Select2 drop-downs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Bootstrap 4 &amp; AdminLTE UI components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Search bar for any given model admin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Modal windows instead of popups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Customisable side menu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Customisable top menu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Customisable user menu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Responsive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Customisable UI (via Live UI changes, or custom CSS/JS)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Based on the latest adminlte + bootstrap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Jazzmin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28" name="Picture 2" descr="dashboard"/>
          <p:cNvPicPr/>
          <p:nvPr/>
        </p:nvPicPr>
        <p:blipFill>
          <a:blip r:embed="rId1"/>
          <a:stretch/>
        </p:blipFill>
        <p:spPr>
          <a:xfrm>
            <a:off x="1176480" y="1013040"/>
            <a:ext cx="9838800" cy="463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Tenant model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697560" y="106884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models.py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31" name="Picture 11" descr=""/>
          <p:cNvPicPr/>
          <p:nvPr/>
        </p:nvPicPr>
        <p:blipFill>
          <a:blip r:embed="rId1"/>
          <a:stretch/>
        </p:blipFill>
        <p:spPr>
          <a:xfrm>
            <a:off x="2818080" y="1333080"/>
            <a:ext cx="6891120" cy="525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Tenant aware model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3279960" y="132372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models.py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34" name="Picture 3" descr=""/>
          <p:cNvPicPr/>
          <p:nvPr/>
        </p:nvPicPr>
        <p:blipFill>
          <a:blip r:embed="rId1"/>
          <a:stretch/>
        </p:blipFill>
        <p:spPr>
          <a:xfrm>
            <a:off x="2144520" y="1759680"/>
            <a:ext cx="8740440" cy="3774240"/>
          </a:xfrm>
          <a:prstGeom prst="rect">
            <a:avLst/>
          </a:prstGeom>
          <a:ln w="0">
            <a:noFill/>
          </a:ln>
        </p:spPr>
      </p:pic>
      <p:sp>
        <p:nvSpPr>
          <p:cNvPr id="235" name="Rectangle 2"/>
          <p:cNvSpPr/>
          <p:nvPr/>
        </p:nvSpPr>
        <p:spPr>
          <a:xfrm>
            <a:off x="2345040" y="4585320"/>
            <a:ext cx="5130000" cy="232560"/>
          </a:xfrm>
          <a:prstGeom prst="rect">
            <a:avLst/>
          </a:prstGeom>
          <a:noFill/>
          <a:ln w="381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Custom user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3801960" y="87876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models.py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38" name="Picture 6" descr=""/>
          <p:cNvPicPr/>
          <p:nvPr/>
        </p:nvPicPr>
        <p:blipFill>
          <a:blip r:embed="rId1"/>
          <a:stretch/>
        </p:blipFill>
        <p:spPr>
          <a:xfrm>
            <a:off x="3754080" y="1157760"/>
            <a:ext cx="5261040" cy="553356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2"/>
          <p:cNvSpPr/>
          <p:nvPr/>
        </p:nvSpPr>
        <p:spPr>
          <a:xfrm>
            <a:off x="3881880" y="2483280"/>
            <a:ext cx="3935160" cy="232560"/>
          </a:xfrm>
          <a:prstGeom prst="rect">
            <a:avLst/>
          </a:prstGeom>
          <a:noFill/>
          <a:ln w="381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  <p:sp>
        <p:nvSpPr>
          <p:cNvPr id="240" name="Rectangle 3"/>
          <p:cNvSpPr/>
          <p:nvPr/>
        </p:nvSpPr>
        <p:spPr>
          <a:xfrm>
            <a:off x="4496040" y="1143000"/>
            <a:ext cx="782640" cy="232560"/>
          </a:xfrm>
          <a:prstGeom prst="rect">
            <a:avLst/>
          </a:prstGeom>
          <a:noFill/>
          <a:ln w="381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chemeClr val="lt1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Middleware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42" name="Picture 3" descr=""/>
          <p:cNvPicPr/>
          <p:nvPr/>
        </p:nvPicPr>
        <p:blipFill>
          <a:blip r:embed="rId1"/>
          <a:stretch/>
        </p:blipFill>
        <p:spPr>
          <a:xfrm>
            <a:off x="432000" y="1272240"/>
            <a:ext cx="6391440" cy="5153400"/>
          </a:xfrm>
          <a:prstGeom prst="rect">
            <a:avLst/>
          </a:prstGeom>
          <a:ln w="0">
            <a:noFill/>
          </a:ln>
        </p:spPr>
      </p:pic>
      <p:pic>
        <p:nvPicPr>
          <p:cNvPr id="243" name="Picture 9" descr=""/>
          <p:cNvPicPr/>
          <p:nvPr/>
        </p:nvPicPr>
        <p:blipFill>
          <a:blip r:embed="rId2"/>
          <a:stretch/>
        </p:blipFill>
        <p:spPr>
          <a:xfrm>
            <a:off x="7510320" y="1272240"/>
            <a:ext cx="4105440" cy="1619280"/>
          </a:xfrm>
          <a:prstGeom prst="rect">
            <a:avLst/>
          </a:prstGeom>
          <a:ln w="0">
            <a:noFill/>
          </a:ln>
        </p:spPr>
      </p:pic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32000" y="936000"/>
            <a:ext cx="423504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middleware.py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45" name="Text Placeholder 2"/>
          <p:cNvSpPr/>
          <p:nvPr/>
        </p:nvSpPr>
        <p:spPr>
          <a:xfrm>
            <a:off x="7524720" y="936000"/>
            <a:ext cx="423504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settings.py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authentication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3152520" y="114264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authentication.py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48" name="Picture 4" descr=""/>
          <p:cNvPicPr/>
          <p:nvPr/>
        </p:nvPicPr>
        <p:blipFill>
          <a:blip r:embed="rId1"/>
          <a:stretch/>
        </p:blipFill>
        <p:spPr>
          <a:xfrm>
            <a:off x="3152520" y="1685520"/>
            <a:ext cx="5887080" cy="432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Custom admin site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3152520" y="114264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custom_admin.py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51" name="Picture 3" descr=""/>
          <p:cNvPicPr/>
          <p:nvPr/>
        </p:nvPicPr>
        <p:blipFill>
          <a:blip r:embed="rId1"/>
          <a:stretch/>
        </p:blipFill>
        <p:spPr>
          <a:xfrm>
            <a:off x="3009600" y="1499760"/>
            <a:ext cx="6172560" cy="465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Views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3801960" y="67320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views.py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54" name="Picture 3" descr=""/>
          <p:cNvPicPr/>
          <p:nvPr/>
        </p:nvPicPr>
        <p:blipFill>
          <a:blip r:embed="rId1"/>
          <a:stretch/>
        </p:blipFill>
        <p:spPr>
          <a:xfrm>
            <a:off x="2842560" y="1010880"/>
            <a:ext cx="6715800" cy="560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Register app model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3697560" y="1007640"/>
            <a:ext cx="4797000" cy="2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Open Sans"/>
                <a:ea typeface="Open Sans"/>
              </a:rPr>
              <a:t>system_management &gt; admin.py</a:t>
            </a:r>
            <a:endParaRPr b="0" lang="en-GB" sz="18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257" name="Picture 4" descr=""/>
          <p:cNvPicPr/>
          <p:nvPr/>
        </p:nvPicPr>
        <p:blipFill>
          <a:blip r:embed="rId1"/>
          <a:stretch/>
        </p:blipFill>
        <p:spPr>
          <a:xfrm>
            <a:off x="3109320" y="1415520"/>
            <a:ext cx="5972760" cy="464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More Demo’s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Use cases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3068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Use Cases</a:t>
            </a:r>
            <a:endParaRPr b="0" lang="en-GB" sz="3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2859840" y="2828880"/>
            <a:ext cx="71892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Quick proof of concept.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Building internal apps for your org.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Scalable into a robust multi-tenant app.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404040"/>
                </a:solidFill>
                <a:latin typeface="Open Sans"/>
                <a:ea typeface="Open Sans"/>
              </a:rPr>
              <a:t>Database agnostic, easy to setup and deploy, no dependencies.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19"/>
          <p:cNvSpPr/>
          <p:nvPr/>
        </p:nvSpPr>
        <p:spPr>
          <a:xfrm>
            <a:off x="0" y="0"/>
            <a:ext cx="12191760" cy="16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ZA" sz="3200" spc="-151" strike="noStrike" cap="all">
                <a:solidFill>
                  <a:schemeClr val="dk1"/>
                </a:solidFill>
                <a:latin typeface="Arial"/>
              </a:rPr>
              <a:t>T</a:t>
            </a:r>
            <a:r>
              <a:rPr b="1" lang="en-GB" sz="3200" spc="-151" strike="noStrike" cap="all">
                <a:solidFill>
                  <a:schemeClr val="dk1"/>
                </a:solidFill>
                <a:latin typeface="Arial"/>
              </a:rPr>
              <a:t>hank You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Picture 2" descr="A qr code on a white background&#10;&#10;Description automatically generated"/>
          <p:cNvPicPr/>
          <p:nvPr/>
        </p:nvPicPr>
        <p:blipFill>
          <a:blip r:embed="rId1"/>
          <a:stretch/>
        </p:blipFill>
        <p:spPr>
          <a:xfrm>
            <a:off x="4470120" y="1666800"/>
            <a:ext cx="3406680" cy="441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{4CBD4DE6-DB73-404C-ACDE-0C9182FEFE30}tf67328976_win32</Template>
  <TotalTime>294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2024-10-01T19:34:37Z</dcterms:created>
  <dc:creator>Shaun De Ponte</dc:creator>
  <dc:description/>
  <dc:language>en-US</dc:language>
  <cp:lastModifiedBy/>
  <dcterms:modified xsi:type="dcterms:W3CDTF">2025-08-13T21:29:22Z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  <property fmtid="{D5CDD505-2E9C-101B-9397-08002B2CF9AE}" pid="3" name="Notes">
    <vt:r8>21</vt:r8>
  </property>
  <property fmtid="{D5CDD505-2E9C-101B-9397-08002B2CF9AE}" pid="4" name="PresentationFormat">
    <vt:lpwstr>Widescreen</vt:lpwstr>
  </property>
  <property fmtid="{D5CDD505-2E9C-101B-9397-08002B2CF9AE}" pid="5" name="Slides">
    <vt:r8>21</vt:r8>
  </property>
</Properties>
</file>